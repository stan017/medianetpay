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80833-72EA-4137-8629-3DCF499AF7F1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324B85-03F3-435A-8F6B-207D87665A9D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04041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324B85-03F3-435A-8F6B-207D87665A9D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8712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F6FC77-B14F-6D91-4868-5A33B89F8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96BDDB-80A8-67B5-4726-12D92CD9A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DEE424D-33E7-55DB-DBF9-E799AF321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86EBEE-1F2D-56E3-FCA0-385A8C0A4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C6C46B-212B-9847-DCB2-C55DD46A2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850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D5A05-574E-D106-ACE4-01B95FC5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C0C3B26-79CA-42A0-FF98-8F2F705A89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B55FB5-8E8E-4A49-B346-E16AF426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9BF8FA-A2EC-4167-CBC3-7317659AB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A47148-64D3-85E9-74A9-376B7E08B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07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B799C-6119-1F48-06B5-7D6F621EA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7244818-F203-83DA-BD85-8576DAE3C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C52EDD-B864-83C7-9D19-50C21ED2C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D4E180-B32F-E495-72ED-B214BDF5A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13F680-DAB0-8DE3-1147-01D14D1F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94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57FD7-ACAC-CFDC-C034-75141835E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A4C79EF-B23A-A71B-2D4B-3609EEE90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0C8BD14-9D3D-F9C6-042F-A202A4D0A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DC78A70-6BCC-FDC3-3BE1-BEEAB31A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D045609-4502-4A67-6995-CDCA563E5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3F60CE5-D3D4-05F4-7731-B145CAD6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942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D3BA-2D0E-DB17-813B-22459310B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45EAD23-7124-2E6D-B337-1117EB7C9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2BAC7F-7C69-1897-E0C0-04C645E98C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701160-A734-9269-90F9-343762942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06002BF-79D2-F04D-0597-5C01393F49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A24C4C-FBFA-2D80-546D-5CC9E854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5733A39-E920-4120-04C7-37FE09B8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55E580-FA2E-9EF9-EE85-0ED0F3F1F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6844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D777F-0704-57BF-251C-FE772D36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644A69-6816-0057-FE9B-37368A77B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0FDF0F1-BE3D-31B4-93E5-B3C7F084E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740183-DB00-782F-4123-0CA10C6AD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6645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4413289-E02E-6BFB-C392-AC12E4C33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6F4E26-22BC-8F98-6CEA-35E9C59B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30A4ED-6B79-3EB8-D43E-39AC2E91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5818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E0747E-3A6B-EE93-B1AC-8047D2AB8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EDFCC0-66D0-5AD5-1434-218A5C58A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F1E0CA7-A22A-1C5D-D6F2-CFB09B968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4E37B7-E0D0-B272-0030-27B141FE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502C46A-50E5-86FC-0F17-26B2FD6CD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25D06D-C5E2-399A-2671-0C4BECACA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466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8E8F7-C506-B872-D4EA-F0C1E8EBC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8DCB0C-4764-DFD9-8712-EDAFAE2374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8E40CB2-53CF-5482-DCB2-A1D1FF34A4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9259164-905E-CE36-479B-3A67FD506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43794B-7359-603E-FBB1-8C64BC8B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E8B69D-4670-7941-29A1-6E8A88F1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1862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C169C-9303-8240-61C4-5C0CDD00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E774E3-4C29-DA60-605E-2A13B3B1A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1F9E7-F7DD-3800-3802-86FBD070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412CFD-C380-27AC-A6FD-C76BBDD5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4D8726-D74A-22DB-C61E-D432F5568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4527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7636ED-096E-C967-289C-C7515C226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BAD32E-358C-319F-F62C-F7D6224D4E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1A734D-2C69-79A4-8BF5-E6A4C3C0A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26792B-84C4-3F17-7259-810BA12A5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8907B1-8E07-C4D1-ABFF-9AA3D75D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9783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7802692-105E-F827-E348-6019FF4B9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C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B0C5FB-9723-9A8D-9D9D-4B0BF3286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C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662A390-FF06-1E10-7BF9-7E1FB76D79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C187F-F321-4300-A233-F7DAAF5801B9}" type="datetimeFigureOut">
              <a:rPr lang="en-CA" smtClean="0"/>
              <a:t>2026-06-04</a:t>
            </a:fld>
            <a:endParaRPr lang="en-C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995F6F-E94A-17AB-9D40-7ED54D923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03D9A3-17FE-64B7-8A40-3D5D1A457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1ABB3-CC8D-4BFB-9BD2-378CB0C21A4B}" type="slidenum">
              <a:rPr lang="en-CA" smtClean="0"/>
              <a:t>‹Nº›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50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98AF500-C712-39CD-F185-41C4025F5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974"/>
          <a:stretch>
            <a:fillRect/>
          </a:stretch>
        </p:blipFill>
        <p:spPr>
          <a:xfrm>
            <a:off x="456817" y="456986"/>
            <a:ext cx="11160219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75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CEFB3C-0E77-755D-715E-A5579A27F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037" y="178269"/>
            <a:ext cx="9631159" cy="650103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8D33F6-0463-FCAF-8096-ED72BC6FCEED}"/>
              </a:ext>
            </a:extLst>
          </p:cNvPr>
          <p:cNvSpPr/>
          <p:nvPr/>
        </p:nvSpPr>
        <p:spPr>
          <a:xfrm>
            <a:off x="4913644" y="926825"/>
            <a:ext cx="341644" cy="150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CBEC523-EB5F-90D7-D67D-24D6C77BA4B1}"/>
              </a:ext>
            </a:extLst>
          </p:cNvPr>
          <p:cNvSpPr/>
          <p:nvPr/>
        </p:nvSpPr>
        <p:spPr>
          <a:xfrm>
            <a:off x="3642489" y="2959979"/>
            <a:ext cx="341644" cy="1507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16838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1DA801F-6D79-C9B6-F635-1949E5E08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529" y="306260"/>
            <a:ext cx="9498176" cy="624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67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226CD66-FBB9-12A7-B918-13AF65940A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24" y="291188"/>
            <a:ext cx="9728986" cy="627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83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CF0B120-E0FF-4CBE-5FAF-8B752E10B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55" y="258531"/>
            <a:ext cx="9290124" cy="634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9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225822-785F-E943-A42C-82478ACB0D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8"/>
          <a:stretch>
            <a:fillRect/>
          </a:stretch>
        </p:blipFill>
        <p:spPr>
          <a:xfrm>
            <a:off x="458626" y="484726"/>
            <a:ext cx="11273982" cy="588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66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01B724-EDA8-978E-FAE5-FC0FF0411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37359"/>
            <a:ext cx="11277600" cy="338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556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</Words>
  <Application>Microsoft Office PowerPoint</Application>
  <PresentationFormat>Panorámica</PresentationFormat>
  <Paragraphs>1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Stanley Llaguno Caicedo</dc:creator>
  <cp:lastModifiedBy>Stanley Llaguno Caicedo</cp:lastModifiedBy>
  <cp:revision>2</cp:revision>
  <dcterms:created xsi:type="dcterms:W3CDTF">2026-06-02T16:05:37Z</dcterms:created>
  <dcterms:modified xsi:type="dcterms:W3CDTF">2026-06-04T22:50:08Z</dcterms:modified>
</cp:coreProperties>
</file>